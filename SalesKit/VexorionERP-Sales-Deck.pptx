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VexorionERP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 ERP for growing businesses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Market Problem</a:t>
            </a:r>
          </a:p>
          <a:p>
            <a:pPr lvl="0"/>
            <a:r>
              <a:rPr/>
              <a:t>SMBs use disconnected tools across sales, inventory, purchasing, and finance.</a:t>
            </a:r>
          </a:p>
          <a:p>
            <a:pPr lvl="0"/>
            <a:r>
              <a:rPr/>
              <a:t>Manual reconciliation creates errors and slows decision-making.</a:t>
            </a:r>
          </a:p>
          <a:p>
            <a:pPr lvl="0"/>
            <a:r>
              <a:rPr/>
              <a:t>Limited real-time visibility reduces operational control.</a:t>
            </a:r>
          </a:p>
          <a:p>
            <a:pPr lvl="0" indent="0" marL="0">
              <a:buNone/>
            </a:pPr>
            <a:r>
              <a:rPr/>
              <a:t>Notes: Many businesses still rely on multiple systems and spreadsheets. This creates duplicate work, inconsistent data, and delayed reporting.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Who We Serve</a:t>
            </a:r>
          </a:p>
          <a:p>
            <a:pPr lvl="0"/>
            <a:r>
              <a:rPr/>
              <a:t>Retail, distribution, and multi-branch SMBs.</a:t>
            </a:r>
          </a:p>
          <a:p>
            <a:pPr lvl="0"/>
            <a:r>
              <a:rPr/>
              <a:t>Teams scaling beyond spreadsheets/basic accounting software.</a:t>
            </a:r>
          </a:p>
          <a:p>
            <a:pPr lvl="0"/>
            <a:r>
              <a:rPr/>
              <a:t>Organizations needing control without enterprise complexity.</a:t>
            </a:r>
          </a:p>
          <a:p>
            <a:pPr lvl="0" indent="0" marL="0">
              <a:buNone/>
            </a:pPr>
            <a:r>
              <a:rPr/>
              <a:t>Notes: Our focus is practical implementation and fast business impact for growing teams.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VexorionERP Solution</a:t>
            </a:r>
          </a:p>
          <a:p>
            <a:pPr lvl="0"/>
            <a:r>
              <a:rPr/>
              <a:t>One platform for operations and finance.</a:t>
            </a:r>
          </a:p>
          <a:p>
            <a:pPr lvl="0"/>
            <a:r>
              <a:rPr/>
              <a:t>Multi-tenant architecture with role-based access.</a:t>
            </a:r>
          </a:p>
          <a:p>
            <a:pPr lvl="0"/>
            <a:r>
              <a:rPr/>
              <a:t>Main app, AdminUI, POS, and API-first backend.</a:t>
            </a:r>
          </a:p>
          <a:p>
            <a:pPr lvl="0" indent="0" marL="0">
              <a:buNone/>
            </a:pPr>
            <a:r>
              <a:rPr/>
              <a:t>Notes: The product is built for scalability and governance from day one.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Sales and Customer Operations</a:t>
            </a:r>
          </a:p>
          <a:p>
            <a:pPr lvl="0"/>
            <a:r>
              <a:rPr/>
              <a:t>Sales orders, invoices, shipments, and payments.</a:t>
            </a:r>
          </a:p>
          <a:p>
            <a:pPr lvl="0"/>
            <a:r>
              <a:rPr/>
              <a:t>Customer account visibility in one place.</a:t>
            </a:r>
          </a:p>
          <a:p>
            <a:pPr lvl="0"/>
            <a:r>
              <a:rPr/>
              <a:t>Faster order-to-cash execution.</a:t>
            </a:r>
          </a:p>
          <a:p>
            <a:pPr lvl="0" indent="0" marL="0">
              <a:buNone/>
            </a:pPr>
            <a:r>
              <a:rPr/>
              <a:t>Notes: Teams can track transaction lifecycle end-to-end with fewer handoffs.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Purchasing and Supplier Operations</a:t>
            </a:r>
          </a:p>
          <a:p>
            <a:pPr lvl="0"/>
            <a:r>
              <a:rPr/>
              <a:t>Purchase orders, receipts, and vendor payments.</a:t>
            </a:r>
          </a:p>
          <a:p>
            <a:pPr lvl="0"/>
            <a:r>
              <a:rPr/>
              <a:t>Better supplier tracking and procurement discipline.</a:t>
            </a:r>
          </a:p>
          <a:p>
            <a:pPr lvl="0"/>
            <a:r>
              <a:rPr/>
              <a:t>Stronger cost and replenishment control.</a:t>
            </a:r>
          </a:p>
          <a:p>
            <a:pPr lvl="0" indent="0" marL="0">
              <a:buNone/>
            </a:pPr>
            <a:r>
              <a:rPr/>
              <a:t>Notes: Purchasing and finance stay aligned on commitments and cash outflow.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Inventory and Warehouse</a:t>
            </a:r>
          </a:p>
          <a:p>
            <a:pPr lvl="0"/>
            <a:r>
              <a:rPr/>
              <a:t>Stock counts, adjustments, and transfers.</a:t>
            </a:r>
          </a:p>
          <a:p>
            <a:pPr lvl="0"/>
            <a:r>
              <a:rPr/>
              <a:t>Real-time stock visibility across locations.</a:t>
            </a:r>
          </a:p>
          <a:p>
            <a:pPr lvl="0"/>
            <a:r>
              <a:rPr/>
              <a:t>Reduced stockouts and overstock risk.</a:t>
            </a:r>
          </a:p>
          <a:p>
            <a:pPr lvl="0" indent="0" marL="0">
              <a:buNone/>
            </a:pPr>
            <a:r>
              <a:rPr/>
              <a:t>Notes: Inventory status updates with operational activity for better planning.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7. Finance and Governance</a:t>
            </a:r>
          </a:p>
          <a:p>
            <a:pPr lvl="0"/>
            <a:r>
              <a:rPr/>
              <a:t>Journals and fiscal period controls.</a:t>
            </a:r>
          </a:p>
          <a:p>
            <a:pPr lvl="0"/>
            <a:r>
              <a:rPr/>
              <a:t>Audit logs for traceability and accountability.</a:t>
            </a:r>
          </a:p>
          <a:p>
            <a:pPr lvl="0"/>
            <a:r>
              <a:rPr/>
              <a:t>Reporting foundation for management visibility.</a:t>
            </a:r>
          </a:p>
          <a:p>
            <a:pPr lvl="0" indent="0" marL="0">
              <a:buNone/>
            </a:pPr>
            <a:r>
              <a:rPr/>
              <a:t>Notes: Operational and financial controls are integrated, not separate.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8. Security and Access Control</a:t>
            </a:r>
          </a:p>
          <a:p>
            <a:pPr lvl="0"/>
            <a:r>
              <a:rPr/>
              <a:t>Tenant-level isolation.</a:t>
            </a:r>
          </a:p>
          <a:p>
            <a:pPr lvl="0"/>
            <a:r>
              <a:rPr/>
              <a:t>Role-based authorization model.</a:t>
            </a:r>
          </a:p>
          <a:p>
            <a:pPr lvl="0"/>
            <a:r>
              <a:rPr/>
              <a:t>Controlled access by function and responsibility.</a:t>
            </a:r>
          </a:p>
          <a:p>
            <a:pPr lvl="0" indent="0" marL="0">
              <a:buNone/>
            </a:pPr>
            <a:r>
              <a:rPr/>
              <a:t>Notes: This supports secure scale across multiple organizations and teams.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9. Cloud Architecture and Delivery</a:t>
            </a:r>
          </a:p>
          <a:p>
            <a:pPr lvl="0"/>
            <a:r>
              <a:rPr/>
              <a:t>Modern web stack with CI/CD deployment pipelines.</a:t>
            </a:r>
          </a:p>
          <a:p>
            <a:pPr lvl="0"/>
            <a:r>
              <a:rPr/>
              <a:t>Environment-based deployment and configuration.</a:t>
            </a:r>
          </a:p>
          <a:p>
            <a:pPr lvl="0"/>
            <a:r>
              <a:rPr/>
              <a:t>Reliable release process for continuous improvement.</a:t>
            </a:r>
          </a:p>
          <a:p>
            <a:pPr lvl="0" indent="0" marL="0">
              <a:buNone/>
            </a:pPr>
            <a:r>
              <a:rPr/>
              <a:t>Notes: The platform can evolve quickly while maintaining quality and stability.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10. Why VexorionERP</a:t>
            </a:r>
          </a:p>
          <a:p>
            <a:pPr lvl="0"/>
            <a:r>
              <a:rPr/>
              <a:t>Unified workflows across core operations.</a:t>
            </a:r>
          </a:p>
          <a:p>
            <a:pPr lvl="0"/>
            <a:r>
              <a:rPr/>
              <a:t>Lower complexity than fragmented toolsets.</a:t>
            </a:r>
          </a:p>
          <a:p>
            <a:pPr lvl="0"/>
            <a:r>
              <a:rPr/>
              <a:t>Faster onboarding with practical feature depth.</a:t>
            </a:r>
          </a:p>
          <a:p>
            <a:pPr lvl="0" indent="0" marL="0">
              <a:buNone/>
            </a:pPr>
            <a:r>
              <a:rPr/>
              <a:t>Notes: We optimize for adoption speed and measurable business value.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11. Commercial Model</a:t>
            </a:r>
          </a:p>
          <a:p>
            <a:pPr lvl="0"/>
            <a:r>
              <a:rPr/>
              <a:t>Flexible packaging by tenant, users, or modules.</a:t>
            </a:r>
          </a:p>
          <a:p>
            <a:pPr lvl="0"/>
            <a:r>
              <a:rPr/>
              <a:t>Optional onboarding and enablement services.</a:t>
            </a:r>
          </a:p>
          <a:p>
            <a:pPr lvl="0"/>
            <a:r>
              <a:rPr/>
              <a:t>Scalable plans for different growth stages.</a:t>
            </a:r>
          </a:p>
          <a:p>
            <a:pPr lvl="0" indent="0" marL="0">
              <a:buNone/>
            </a:pPr>
            <a:r>
              <a:rPr/>
              <a:t>Notes: Pricing can be aligned with customer maturity and scope.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12. Product Roadmap</a:t>
            </a:r>
          </a:p>
          <a:p>
            <a:pPr lvl="0"/>
            <a:r>
              <a:rPr/>
              <a:t>Enhanced analytics and operational reporting.</a:t>
            </a:r>
          </a:p>
          <a:p>
            <a:pPr lvl="0"/>
            <a:r>
              <a:rPr/>
              <a:t>Deeper integrations and workflow automation.</a:t>
            </a:r>
          </a:p>
          <a:p>
            <a:pPr lvl="0"/>
            <a:r>
              <a:rPr/>
              <a:t>Continued UX and governance improvements.</a:t>
            </a:r>
          </a:p>
          <a:p>
            <a:pPr lvl="0" indent="0" marL="0">
              <a:buNone/>
            </a:pPr>
            <a:r>
              <a:rPr/>
              <a:t>Notes: Roadmap prioritizes customer outcomes and implementation efficiency.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13. Customer Pilot Approach</a:t>
            </a:r>
          </a:p>
          <a:p>
            <a:pPr lvl="0"/>
            <a:r>
              <a:rPr/>
              <a:t>Discovery and process mapping.</a:t>
            </a:r>
          </a:p>
          <a:p>
            <a:pPr lvl="0"/>
            <a:r>
              <a:rPr/>
              <a:t>Guided setup and data preparation.</a:t>
            </a:r>
          </a:p>
          <a:p>
            <a:pPr lvl="0"/>
            <a:r>
              <a:rPr/>
              <a:t>Pilot execution with success metrics.</a:t>
            </a:r>
          </a:p>
          <a:p>
            <a:pPr lvl="0" indent="0" marL="0">
              <a:buNone/>
            </a:pPr>
            <a:r>
              <a:rPr/>
              <a:t>Notes: We de-risk rollout by validating with real workflows early.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14. Team and Credibility</a:t>
            </a:r>
          </a:p>
          <a:p>
            <a:pPr lvl="0"/>
            <a:r>
              <a:rPr/>
              <a:t>Product-led ERP development focus.</a:t>
            </a:r>
          </a:p>
          <a:p>
            <a:pPr lvl="0"/>
            <a:r>
              <a:rPr/>
              <a:t>Cloud-native delivery and operational discipline.</a:t>
            </a:r>
          </a:p>
          <a:p>
            <a:pPr lvl="0"/>
            <a:r>
              <a:rPr/>
              <a:t>Continuous improvement based on customer feedback.</a:t>
            </a:r>
          </a:p>
          <a:p>
            <a:pPr lvl="0" indent="0" marL="0">
              <a:buNone/>
            </a:pPr>
            <a:r>
              <a:rPr/>
              <a:t>Notes: Position this slide with your team details and references.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15. Call to Action</a:t>
            </a:r>
          </a:p>
          <a:p>
            <a:pPr lvl="0"/>
            <a:r>
              <a:rPr/>
              <a:t>Book tailored product demo.</a:t>
            </a:r>
          </a:p>
          <a:p>
            <a:pPr lvl="0"/>
            <a:r>
              <a:rPr/>
              <a:t>Define pilot scope and timeline.</a:t>
            </a:r>
          </a:p>
          <a:p>
            <a:pPr lvl="0"/>
            <a:r>
              <a:rPr/>
              <a:t>Start implementation planning.</a:t>
            </a:r>
          </a:p>
          <a:p>
            <a:pPr lvl="0" indent="0" marL="0">
              <a:buNone/>
            </a:pPr>
            <a:r>
              <a:rPr/>
              <a:t>Notes: Invite a concrete next step with date and owner.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2026-05-07T14:17:13Z</dcterms:created>
  <dcterms:modified xsi:type="dcterms:W3CDTF">2026-05-07T14:17:13Z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